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96357" autoAdjust="0"/>
  </p:normalViewPr>
  <p:slideViewPr>
    <p:cSldViewPr snapToGrid="0">
      <p:cViewPr varScale="1">
        <p:scale>
          <a:sx n="65" d="100"/>
          <a:sy n="65" d="100"/>
        </p:scale>
        <p:origin x="318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79A07-DAD5-40FB-A128-AE40225DA86A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ECE3-DE07-449A-BF67-AACA4FB48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4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C1ECE3-DE07-449A-BF67-AACA4FB486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94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3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5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1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95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5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9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7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9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4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9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12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560A6-0C47-41EA-A54E-75B2FDCC70DB}" type="datetimeFigureOut">
              <a:rPr lang="en-US" smtClean="0"/>
              <a:t>1/16/2020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C2A4D-F7F5-4131-BECC-6EC0A80FE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2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1C8531F-0C0A-4C39-ADCE-DDF3BBC82C30}"/>
              </a:ext>
            </a:extLst>
          </p:cNvPr>
          <p:cNvGrpSpPr/>
          <p:nvPr/>
        </p:nvGrpSpPr>
        <p:grpSpPr>
          <a:xfrm>
            <a:off x="-8872250" y="-1670341"/>
            <a:ext cx="25176795" cy="19423504"/>
            <a:chOff x="-823453" y="-939567"/>
            <a:chExt cx="14161947" cy="10925721"/>
          </a:xfrm>
        </p:grpSpPr>
        <p:pic>
          <p:nvPicPr>
            <p:cNvPr id="4" name="Picture 3" descr="A close up of a necklace&#10;&#10;Description automatically generated">
              <a:extLst>
                <a:ext uri="{FF2B5EF4-FFF2-40B4-BE49-F238E27FC236}">
                  <a16:creationId xmlns:a16="http://schemas.microsoft.com/office/drawing/2014/main" id="{94543A58-0398-41E4-968A-9DC82B6B9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823453" y="-939567"/>
              <a:ext cx="14161947" cy="1092572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96AC410-65BE-4786-B01C-5830A6D70627}"/>
                </a:ext>
              </a:extLst>
            </p:cNvPr>
            <p:cNvGrpSpPr/>
            <p:nvPr/>
          </p:nvGrpSpPr>
          <p:grpSpPr>
            <a:xfrm>
              <a:off x="1004946" y="912381"/>
              <a:ext cx="10518384" cy="6950503"/>
              <a:chOff x="1004946" y="912381"/>
              <a:chExt cx="10518384" cy="6950503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6E9957-18B8-49C7-86EF-431EAA19152D}"/>
                  </a:ext>
                </a:extLst>
              </p:cNvPr>
              <p:cNvSpPr txBox="1"/>
              <p:nvPr/>
            </p:nvSpPr>
            <p:spPr>
              <a:xfrm>
                <a:off x="1004946" y="912381"/>
                <a:ext cx="10518384" cy="61459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I love you buddy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at the end of 4</a:t>
                </a:r>
                <a:r>
                  <a:rPr lang="en-US" sz="6400" baseline="30000" dirty="0">
                    <a:latin typeface="Webdings" panose="05030102010509060703" pitchFamily="18" charset="2"/>
                  </a:rPr>
                  <a:t>th</a:t>
                </a:r>
                <a:endParaRPr lang="en-US" sz="6400" dirty="0">
                  <a:latin typeface="Webdings" panose="05030102010509060703" pitchFamily="18" charset="2"/>
                </a:endParaRP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floor is fucking cake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son and get a coffee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maker is fucking cake son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and get a coffee maker is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fucking cake son and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get a coffee maker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is fucking cake son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and get a coffee</a:t>
                </a:r>
              </a:p>
              <a:p>
                <a:pPr algn="ctr"/>
                <a:r>
                  <a:rPr lang="en-US" sz="6400" dirty="0">
                    <a:latin typeface="Webdings" panose="05030102010509060703" pitchFamily="18" charset="2"/>
                  </a:rPr>
                  <a:t>maker is fucking cake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209E7A1-E9C1-4843-882B-0CB15CD55EF3}"/>
                  </a:ext>
                </a:extLst>
              </p:cNvPr>
              <p:cNvSpPr txBox="1"/>
              <p:nvPr/>
            </p:nvSpPr>
            <p:spPr>
              <a:xfrm>
                <a:off x="4323226" y="7133850"/>
                <a:ext cx="4523054" cy="729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822" dirty="0">
                    <a:latin typeface="Lucida Console" panose="020B0609040504020204" pitchFamily="49" charset="0"/>
                  </a:rPr>
                  <a:t>-</a:t>
                </a:r>
                <a:r>
                  <a:rPr lang="en-US" sz="7822" dirty="0" err="1">
                    <a:latin typeface="Lucida Console" panose="020B0609040504020204" pitchFamily="49" charset="0"/>
                  </a:rPr>
                  <a:t>DrTurklefeet</a:t>
                </a:r>
                <a:endParaRPr lang="en-US" sz="7822" dirty="0">
                  <a:latin typeface="Lucida Console" panose="020B060904050402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939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B964DBA-F221-435D-A11A-C98E628845A7}"/>
              </a:ext>
            </a:extLst>
          </p:cNvPr>
          <p:cNvGrpSpPr/>
          <p:nvPr/>
        </p:nvGrpSpPr>
        <p:grpSpPr>
          <a:xfrm>
            <a:off x="558381" y="730249"/>
            <a:ext cx="1085554" cy="4907698"/>
            <a:chOff x="558381" y="730249"/>
            <a:chExt cx="1085554" cy="49076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BB3B208-D6E3-4B3B-B52B-659F603F21B4}"/>
                </a:ext>
              </a:extLst>
            </p:cNvPr>
            <p:cNvSpPr txBox="1"/>
            <p:nvPr/>
          </p:nvSpPr>
          <p:spPr>
            <a:xfrm>
              <a:off x="620899" y="730249"/>
              <a:ext cx="960519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B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D067683-5303-4EAC-B045-E0107152A56B}"/>
                </a:ext>
              </a:extLst>
            </p:cNvPr>
            <p:cNvSpPr txBox="1"/>
            <p:nvPr/>
          </p:nvSpPr>
          <p:spPr>
            <a:xfrm>
              <a:off x="624105" y="1842928"/>
              <a:ext cx="95410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7AD1C1-FF0F-4EAE-9C5D-5C98E424C3AE}"/>
                </a:ext>
              </a:extLst>
            </p:cNvPr>
            <p:cNvSpPr txBox="1"/>
            <p:nvPr/>
          </p:nvSpPr>
          <p:spPr>
            <a:xfrm>
              <a:off x="558381" y="2955607"/>
              <a:ext cx="10855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780AEB-DC7C-4469-9044-48618ACC32A6}"/>
                </a:ext>
              </a:extLst>
            </p:cNvPr>
            <p:cNvSpPr txBox="1"/>
            <p:nvPr/>
          </p:nvSpPr>
          <p:spPr>
            <a:xfrm>
              <a:off x="621700" y="4068287"/>
              <a:ext cx="95891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R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F7F24F-4B8C-4762-A4EF-3A21213910E8}"/>
              </a:ext>
            </a:extLst>
          </p:cNvPr>
          <p:cNvGrpSpPr/>
          <p:nvPr/>
        </p:nvGrpSpPr>
        <p:grpSpPr>
          <a:xfrm>
            <a:off x="3550487" y="730249"/>
            <a:ext cx="1085554" cy="4907698"/>
            <a:chOff x="3550487" y="730249"/>
            <a:chExt cx="1085554" cy="490769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C3CEF5-55F6-4CD8-BA7E-306D29A6CDAC}"/>
                </a:ext>
              </a:extLst>
            </p:cNvPr>
            <p:cNvSpPr txBox="1"/>
            <p:nvPr/>
          </p:nvSpPr>
          <p:spPr>
            <a:xfrm>
              <a:off x="3627432" y="730249"/>
              <a:ext cx="93166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F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BA06C9-85C1-49D4-B908-967F7E361A68}"/>
                </a:ext>
              </a:extLst>
            </p:cNvPr>
            <p:cNvSpPr txBox="1"/>
            <p:nvPr/>
          </p:nvSpPr>
          <p:spPr>
            <a:xfrm>
              <a:off x="3550487" y="1842928"/>
              <a:ext cx="10855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41E695-8131-408E-93A7-C187C5029A04}"/>
                </a:ext>
              </a:extLst>
            </p:cNvPr>
            <p:cNvSpPr txBox="1"/>
            <p:nvPr/>
          </p:nvSpPr>
          <p:spPr>
            <a:xfrm>
              <a:off x="3629836" y="2955607"/>
              <a:ext cx="92685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A10423-0194-4AEE-B595-D20690BBA2BB}"/>
                </a:ext>
              </a:extLst>
            </p:cNvPr>
            <p:cNvSpPr txBox="1"/>
            <p:nvPr/>
          </p:nvSpPr>
          <p:spPr>
            <a:xfrm>
              <a:off x="3613806" y="4068287"/>
              <a:ext cx="95891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dirty="0">
                  <a:latin typeface="Comic Sans MS" panose="030F0702030302020204" pitchFamily="66" charset="0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4451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60</Words>
  <Application>Microsoft Office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Comic Sans MS</vt:lpstr>
      <vt:lpstr>Lucida Console</vt:lpstr>
      <vt:lpstr>Webdings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Hedges</dc:creator>
  <cp:lastModifiedBy>Will Hedges</cp:lastModifiedBy>
  <cp:revision>10</cp:revision>
  <dcterms:created xsi:type="dcterms:W3CDTF">2020-01-08T16:18:53Z</dcterms:created>
  <dcterms:modified xsi:type="dcterms:W3CDTF">2020-01-16T06:57:53Z</dcterms:modified>
</cp:coreProperties>
</file>